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" cy="2103120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맑은 고딕"/>
              </a:rPr>
              <a:t>MASTER 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혁신사업용 오렌지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EF3C7"/>
                </a:solidFill>
                <a:latin typeface="맑은 고딕"/>
              </a:rPr>
              <a:t>적극적·혁신 — AI·디지털전환·R&amp;D 사업에 적합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EF3C7"/>
                </a:solidFill>
                <a:latin typeface="맑은 고딕"/>
              </a:rPr>
              <a:t>생성일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사업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간지(章) 슬라이드 — 큰 챕터 구분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본문(불릿) 페이지 — 제목 + 5~7개 불릿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본문 첫 줄 — 핵심 결론을 두괄식으로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Why → How → Effect 3박자 서사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발주처 RFP 단어를 의도적으로 그대로 인용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정량 수치(예: 90.05%, -45%) 를 굵게 강조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차별화 포인트 1줄 별도 단락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다음 슬라이드 예고로 마무리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2단 비교 — AS-IS vs TO-BE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486400" cy="5120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486400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AS-IS  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수기 처리 / 종이 보고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데이터 단절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현장 활용 어려움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48640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TO-BE  개선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EA580C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AI 자동 분류·요약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A580C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통합 데이터 허브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A580C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현장 모바일 즉시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정량 카드 — 핵심 수치 강조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627120" cy="32918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F2937"/>
                </a:solidFill>
                <a:latin typeface="맑은 고딕"/>
              </a:rPr>
              <a:t>90.05%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음성인식 정확도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645920"/>
            <a:ext cx="3627120" cy="32918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64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F2937"/>
                </a:solidFill>
                <a:latin typeface="맑은 고딕"/>
              </a:rPr>
              <a:t>-45%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행정 처리시간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4360" y="1645920"/>
            <a:ext cx="3627120" cy="32918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6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F2937"/>
                </a:solidFill>
                <a:latin typeface="맑은 고딕"/>
              </a:rPr>
              <a:t>3,200건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6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월간 처리량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