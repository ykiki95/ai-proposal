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테스트 사업명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주식회사 예시웹에이전시</a:t>
            </a:r>
          </a:p>
          <a:p>
            <a:r>
              <a:t>대표 우진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메시지1</a:t>
            </a:r>
          </a:p>
          <a:p>
            <a:pPr/>
            <a:r>
              <a:rPr sz="1800"/>
              <a:t>메시지2</a:t>
            </a:r>
          </a:p>
          <a:p>
            <a:pPr/>
            <a:r>
              <a:rPr sz="1800"/>
              <a:t>메시지3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1단계</a:t>
            </a:r>
          </a:p>
          <a:p>
            <a:pPr/>
            <a:r>
              <a:rPr sz="1800"/>
              <a:t>2단계</a:t>
            </a:r>
          </a:p>
          <a:p>
            <a:pPr/>
            <a:r>
              <a:rPr sz="1800"/>
              <a:t>3단계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