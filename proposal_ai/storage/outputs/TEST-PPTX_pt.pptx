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0"/>
            <a:ext cx="1490472" cy="68580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109728" cy="21031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91440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F3F4F6"/>
                </a:solidFill>
                <a:latin typeface="맑은 고딕"/>
              </a:rPr>
              <a:t>제 안 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9601200" cy="1828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맑은 고딕"/>
              </a:rPr>
              <a:t>테스트 사업명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9144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제안사  |  크림하우스 주식회사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9144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F3F4F6"/>
                </a:solidFill>
                <a:latin typeface="맑은 고딕"/>
              </a:rPr>
              <a:t>대표이사  |  최우진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맑은 고딕"/>
              </a:rPr>
              <a:t>제출일자  |  2026년 05월 04일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C O N T E N T 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188720"/>
            <a:ext cx="292608" cy="292608"/>
          </a:xfrm>
          <a:prstGeom prst="ellipse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207008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</a:rPr>
              <a:t>핵심 메시지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1188720"/>
            <a:ext cx="292608" cy="292608"/>
          </a:xfrm>
          <a:prstGeom prst="ellipse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207008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</a:rPr>
              <a:t>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685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6400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4B5563"/>
                </a:solidFill>
                <a:latin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</a:rPr>
              <a:t>핵심 메시지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60120"/>
            <a:ext cx="11338560" cy="54864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메시지1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메시지2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메시지3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크림하우스 주식회사  |  테스트 사업명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601968"/>
            <a:ext cx="914400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</a:rPr>
              <a:t>1 /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685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6400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4B5563"/>
                </a:solidFill>
                <a:latin typeface="맑은 고딕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</a:rPr>
              <a:t>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60120"/>
            <a:ext cx="11338560" cy="54864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1단계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2단계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2410C"/>
                </a:solidFill>
              </a:rPr>
              <a:t>▪  </a:t>
            </a:r>
            <a:r>
              <a:rPr sz="1300">
                <a:solidFill>
                  <a:srgbClr val="1F2937"/>
                </a:solidFill>
                <a:latin typeface="맑은 고딕"/>
              </a:rPr>
              <a:t>3단계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맑은 고딕"/>
              </a:rPr>
              <a:t>크림하우스 주식회사  |  테스트 사업명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232" y="6601968"/>
            <a:ext cx="914400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