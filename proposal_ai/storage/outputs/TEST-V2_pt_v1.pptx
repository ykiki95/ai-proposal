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경찰청 음성기록관리시스템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F0FB"/>
                </a:solidFill>
                <a:latin typeface="맑은 고딕"/>
              </a:rPr>
              <a:t>발주기관  |  경찰청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제안사  |  크림하우스 주식회사  (대표 최우진)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F0FB"/>
                </a:solidFill>
                <a:latin typeface="맑은 고딕"/>
              </a:rPr>
              <a:t>제출일자  |  2026년 04월 23일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사업 이해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회사 소개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188720"/>
            <a:ext cx="365760" cy="365760"/>
          </a:xfrm>
          <a:prstGeom prst="ellipse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솔루션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발주처 진짜 니즈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추진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수기 기록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검색 어려움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8B00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법적 보존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AS-IS / TO-BE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수기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종이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TO-BE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AI 자동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003D7A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검색 가능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핵심 정량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55498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5554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90.05%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5549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정확도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1463040"/>
            <a:ext cx="5554980" cy="384048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0" y="2103120"/>
            <a:ext cx="55549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-45%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657600"/>
            <a:ext cx="55549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시간 단축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사장님 직접 작성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회사 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E6F0FB"/>
          </a:solidFill>
          <a:ln>
            <a:solidFill>
              <a:srgbClr val="00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B2C5A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회사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영업 담당이 채울 영역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828800" cy="12573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828800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사용자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09728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23444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6984" y="109728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6984" y="123444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모바일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05088" y="109728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23444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경찰망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46020"/>
            <a:ext cx="1828800" cy="12573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83180"/>
            <a:ext cx="1828800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244602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58318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Gateway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86984" y="244602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6984" y="258318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244602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258318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음성수집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94760"/>
            <a:ext cx="1828800" cy="12573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31920"/>
            <a:ext cx="1828800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79476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0" y="393192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STT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86984" y="379476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86984" y="393192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요약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05088" y="379476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8" y="393192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분류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143500"/>
            <a:ext cx="1828800" cy="12573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0660"/>
            <a:ext cx="1828800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0" y="514350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528066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PostgreSQL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86984" y="514350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4" y="528066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S3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05088" y="5143500"/>
            <a:ext cx="3026664" cy="125730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05088" y="5280660"/>
            <a:ext cx="3026664" cy="982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Elasticsearch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D7A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기술 스택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1767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선정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대안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STT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Whisper-Large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Google STT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경찰망 격리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PostgreSQL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Oracle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오픈소스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경찰청 음성기록관리시스템 구축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6F0FB"/>
                </a:solidFill>
                <a:latin typeface="맑은 고딕"/>
              </a:rPr>
              <a:t>함께 만들어 가겠습니다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6F0FB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